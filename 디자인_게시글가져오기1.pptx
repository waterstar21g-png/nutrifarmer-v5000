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8953-45CB-3CA8-B6F7-6DC674F9F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508E84-9E5B-D0F1-23E0-AFD10595A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96B79-D06F-5DB4-483F-A77A7149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CED3-06DD-B936-1518-3C677099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5F7B5-516A-A8E0-856D-850A27EF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87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9B36-2CFD-EB8F-B0F9-E053EB86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9B989-DF7D-5B4E-0DA3-990B0A224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B22E5-3290-887A-AB54-ABAAB5A2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B346C-B196-204F-93CB-8EDDDEB2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1DA32-371B-734E-28A8-4D102DF0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4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00CB-D84B-2DCB-B50D-9FBE9008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4AA965-FF83-63B8-059F-AE4069C2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308C5-7148-59CA-3C3C-56996537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BC68D-C602-EB63-F150-3464A0C0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D53E2-847F-A57E-1313-4246CBCC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B19F2-4055-280E-79C4-E85FE617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3972C-177B-1E72-0477-F6DF4AD80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4576A1-9E81-FD91-59A5-3AE1B329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C6618F-AA57-4B88-51E3-0BD57FFC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28A44-F775-E091-69A2-EF4BEDCC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8ADE7D-8806-5316-B9F4-62354C44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71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8B4FD-3163-2E25-661C-8CAB800E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D5977-13E3-5BC9-E5E9-5C41C35AC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48634-BB8F-73F1-8A98-867F0FB2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3CF342-E542-A6B1-A0E3-632714E2A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AEFCDC-9949-8AD1-5565-9C368BD32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A914C0-10B4-1351-3B09-7CB3FC99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DC5779-98D9-EFF0-133C-DCFF42F9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B02CF5-E520-7502-F06C-7F785443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9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48D75-98F9-A2B9-5845-100B1641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82BEFF-1603-BD7E-4204-E553D552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54C507-987F-E7F0-FE9D-01D9B29B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375C3-0DCF-8AFA-6E3D-268CC480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1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42B0AD-A19E-4456-6BF6-65DF736D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43AFD4-BB4A-9C5B-63AC-CCD9141D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3E6B4-BDEB-5B16-BCBB-8EB09317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2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1C0F2-D02C-CC24-838E-40EE3C58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A4EB2-6634-E003-2E78-A47E7E87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A15FFF-B21B-8901-7A33-AD8491EB5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60EAF-1572-6BB8-9A96-3351811F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EBE3D1-C695-F094-034B-93CD923B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76347-59E1-3307-C11A-4E918465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60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EB2F9-EA26-4F29-DECD-6B6D3640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55574-7CF9-8FB1-1E87-1287AC56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558B27-28BE-06B9-515F-4A80E5C8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FA404-3F05-DD12-1CFA-5AB2872D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76504A-F29A-99ED-E18F-8B0A801B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7A26A-EB2E-2174-EF36-8900B7FD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2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092FB-43BB-B905-B123-922DDE2E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FF727B-C245-B6F1-F40D-0CA56F12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307ED9-FF57-7D82-FBE7-D04E6C75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0EB54-2A30-0FD0-BF7D-6D81813F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A5988-3BCD-362D-DBDD-492699F9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81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CBE668-0F93-13AB-8A35-8B9C33123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79E41-1404-0870-9E79-4525428F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64BF2-E8C3-4852-011E-37A53432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C40FD-FA20-75AA-3723-BD9D7CCA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D1836-AA90-DD72-90F8-613EB585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77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422031-3D60-4871-ECBD-0B924CFC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D5DEF-12C2-A9F1-286B-CE288600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C4A99-5C07-3C4C-3261-5543F9848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F9178-0AB0-1DC4-438C-A0E8DF032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7ACC0-8362-49CE-DB4F-A4D35228B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8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CD0263-7B35-CB0D-3974-C94005605834}"/>
              </a:ext>
            </a:extLst>
          </p:cNvPr>
          <p:cNvSpPr/>
          <p:nvPr/>
        </p:nvSpPr>
        <p:spPr>
          <a:xfrm>
            <a:off x="900545" y="1274788"/>
            <a:ext cx="10574096" cy="1177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9402D80-8774-2AF1-5F24-3A4CBD2ADB10}"/>
              </a:ext>
            </a:extLst>
          </p:cNvPr>
          <p:cNvSpPr/>
          <p:nvPr/>
        </p:nvSpPr>
        <p:spPr>
          <a:xfrm>
            <a:off x="2119375" y="1409427"/>
            <a:ext cx="1912298" cy="350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카테고리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E0EADCC-634B-AE45-9DEC-8E5B12B50AA0}"/>
              </a:ext>
            </a:extLst>
          </p:cNvPr>
          <p:cNvSpPr/>
          <p:nvPr/>
        </p:nvSpPr>
        <p:spPr>
          <a:xfrm>
            <a:off x="1177621" y="1409428"/>
            <a:ext cx="941755" cy="350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5A8F744-9B70-B626-C56D-6C168FC36483}"/>
              </a:ext>
            </a:extLst>
          </p:cNvPr>
          <p:cNvSpPr/>
          <p:nvPr/>
        </p:nvSpPr>
        <p:spPr>
          <a:xfrm>
            <a:off x="5125811" y="1409428"/>
            <a:ext cx="5057280" cy="350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B0CA72-19F9-D481-015F-6EA853D75EFD}"/>
              </a:ext>
            </a:extLst>
          </p:cNvPr>
          <p:cNvSpPr/>
          <p:nvPr/>
        </p:nvSpPr>
        <p:spPr>
          <a:xfrm>
            <a:off x="4184055" y="1409429"/>
            <a:ext cx="941755" cy="350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제   목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8DE28C9-A6A4-DFC4-9C45-82274231BF42}"/>
              </a:ext>
            </a:extLst>
          </p:cNvPr>
          <p:cNvSpPr/>
          <p:nvPr/>
        </p:nvSpPr>
        <p:spPr>
          <a:xfrm>
            <a:off x="10392267" y="1409427"/>
            <a:ext cx="873196" cy="350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검색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B0B3972-7F84-15BD-3E04-A42AFF7E2729}"/>
              </a:ext>
            </a:extLst>
          </p:cNvPr>
          <p:cNvSpPr/>
          <p:nvPr/>
        </p:nvSpPr>
        <p:spPr>
          <a:xfrm>
            <a:off x="5125811" y="1921864"/>
            <a:ext cx="5057280" cy="350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81F4D4C-FFBF-8617-CDB7-015C1617BB33}"/>
              </a:ext>
            </a:extLst>
          </p:cNvPr>
          <p:cNvSpPr/>
          <p:nvPr/>
        </p:nvSpPr>
        <p:spPr>
          <a:xfrm>
            <a:off x="4184055" y="1921865"/>
            <a:ext cx="941755" cy="350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요   약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679B961-F1E3-7FB0-57D3-E4705019812D}"/>
              </a:ext>
            </a:extLst>
          </p:cNvPr>
          <p:cNvSpPr/>
          <p:nvPr/>
        </p:nvSpPr>
        <p:spPr>
          <a:xfrm>
            <a:off x="10392267" y="1921863"/>
            <a:ext cx="873196" cy="3500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검색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03CC58D-D148-EC7D-BC76-4C1E6905D255}"/>
              </a:ext>
            </a:extLst>
          </p:cNvPr>
          <p:cNvSpPr/>
          <p:nvPr/>
        </p:nvSpPr>
        <p:spPr>
          <a:xfrm>
            <a:off x="900545" y="2992751"/>
            <a:ext cx="10574096" cy="1177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87" name="사각형: 잘린 한쪽 모서리 86">
            <a:extLst>
              <a:ext uri="{FF2B5EF4-FFF2-40B4-BE49-F238E27FC236}">
                <a16:creationId xmlns:a16="http://schemas.microsoft.com/office/drawing/2014/main" id="{D322994F-00C2-41F6-F8E9-5AD8B3794FFD}"/>
              </a:ext>
            </a:extLst>
          </p:cNvPr>
          <p:cNvSpPr/>
          <p:nvPr/>
        </p:nvSpPr>
        <p:spPr>
          <a:xfrm>
            <a:off x="900545" y="883037"/>
            <a:ext cx="1191496" cy="388097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검색 조건</a:t>
            </a:r>
          </a:p>
        </p:txBody>
      </p:sp>
      <p:sp>
        <p:nvSpPr>
          <p:cNvPr id="88" name="사각형: 잘린 한쪽 모서리 87">
            <a:extLst>
              <a:ext uri="{FF2B5EF4-FFF2-40B4-BE49-F238E27FC236}">
                <a16:creationId xmlns:a16="http://schemas.microsoft.com/office/drawing/2014/main" id="{362D47E9-0807-21E4-2F64-4BA6A37BBAD3}"/>
              </a:ext>
            </a:extLst>
          </p:cNvPr>
          <p:cNvSpPr/>
          <p:nvPr/>
        </p:nvSpPr>
        <p:spPr>
          <a:xfrm>
            <a:off x="900545" y="2604654"/>
            <a:ext cx="1191496" cy="388097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검색 결과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FF49A95-80DB-CBBF-3FD2-1EFB7360DD82}"/>
              </a:ext>
            </a:extLst>
          </p:cNvPr>
          <p:cNvSpPr/>
          <p:nvPr/>
        </p:nvSpPr>
        <p:spPr>
          <a:xfrm>
            <a:off x="900545" y="4710714"/>
            <a:ext cx="10574096" cy="1177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90" name="사각형: 잘린 한쪽 모서리 89">
            <a:extLst>
              <a:ext uri="{FF2B5EF4-FFF2-40B4-BE49-F238E27FC236}">
                <a16:creationId xmlns:a16="http://schemas.microsoft.com/office/drawing/2014/main" id="{5D033EE3-AA80-6435-3921-13EDC4D1EC57}"/>
              </a:ext>
            </a:extLst>
          </p:cNvPr>
          <p:cNvSpPr/>
          <p:nvPr/>
        </p:nvSpPr>
        <p:spPr>
          <a:xfrm>
            <a:off x="900545" y="4322617"/>
            <a:ext cx="1191496" cy="388097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검색 내용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91ACB99-9CA0-05D6-1D84-3C85FAA28C29}"/>
              </a:ext>
            </a:extLst>
          </p:cNvPr>
          <p:cNvSpPr/>
          <p:nvPr/>
        </p:nvSpPr>
        <p:spPr>
          <a:xfrm>
            <a:off x="580066" y="366600"/>
            <a:ext cx="1887873" cy="350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게시글 가져오기</a:t>
            </a:r>
          </a:p>
        </p:txBody>
      </p:sp>
    </p:spTree>
    <p:extLst>
      <p:ext uri="{BB962C8B-B14F-4D97-AF65-F5344CB8AC3E}">
        <p14:creationId xmlns:p14="http://schemas.microsoft.com/office/powerpoint/2010/main" val="250577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19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sooseong jeong</dc:creator>
  <cp:lastModifiedBy>sooseong jeong</cp:lastModifiedBy>
  <cp:revision>5</cp:revision>
  <dcterms:created xsi:type="dcterms:W3CDTF">2026-06-08T05:40:23Z</dcterms:created>
  <dcterms:modified xsi:type="dcterms:W3CDTF">2026-06-27T08:37:28Z</dcterms:modified>
</cp:coreProperties>
</file>