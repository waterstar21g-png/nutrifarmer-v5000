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28953-45CB-3CA8-B6F7-6DC674F9F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508E84-9E5B-D0F1-23E0-AFD10595A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96B79-D06F-5DB4-483F-A77A7149E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4CED3-06DD-B936-1518-3C677099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5F7B5-516A-A8E0-856D-850A27EF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87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C9B36-2CFD-EB8F-B0F9-E053EB86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79B989-DF7D-5B4E-0DA3-990B0A224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CB22E5-3290-887A-AB54-ABAAB5A2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1B346C-B196-204F-93CB-8EDDDEB29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1DA32-371B-734E-28A8-4D102DF0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140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C00CB-D84B-2DCB-B50D-9FBE9008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4AA965-FF83-63B8-059F-AE4069C24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308C5-7148-59CA-3C3C-56996537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BC68D-C602-EB63-F150-3464A0C0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FD53E2-847F-A57E-1313-4246CBCC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1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B19F2-4055-280E-79C4-E85FE617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B3972C-177B-1E72-0477-F6DF4AD80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4576A1-9E81-FD91-59A5-3AE1B3291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C6618F-AA57-4B88-51E3-0BD57FFC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328A44-F775-E091-69A2-EF4BEDCC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8ADE7D-8806-5316-B9F4-62354C44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71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8B4FD-3163-2E25-661C-8CAB800E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5D5977-13E3-5BC9-E5E9-5C41C35AC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448634-BB8F-73F1-8A98-867F0FB2E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3CF342-E542-A6B1-A0E3-632714E2A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AEFCDC-9949-8AD1-5565-9C368BD32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A914C0-10B4-1351-3B09-7CB3FC99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DC5779-98D9-EFF0-133C-DCFF42F9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B02CF5-E520-7502-F06C-7F785443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9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48D75-98F9-A2B9-5845-100B1641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82BEFF-1603-BD7E-4204-E553D552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54C507-987F-E7F0-FE9D-01D9B29B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5375C3-0DCF-8AFA-6E3D-268CC480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51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42B0AD-A19E-4456-6BF6-65DF736D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43AFD4-BB4A-9C5B-63AC-CCD9141D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F3E6B4-BDEB-5B16-BCBB-8EB09317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32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1C0F2-D02C-CC24-838E-40EE3C585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A4EB2-6634-E003-2E78-A47E7E870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A15FFF-B21B-8901-7A33-AD8491EB5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60EAF-1572-6BB8-9A96-3351811F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EBE3D1-C695-F094-034B-93CD923B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376347-59E1-3307-C11A-4E918465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60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BEB2F9-EA26-4F29-DECD-6B6D36405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955574-7CF9-8FB1-1E87-1287AC568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558B27-28BE-06B9-515F-4A80E5C89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4FA404-3F05-DD12-1CFA-5AB2872D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76504A-F29A-99ED-E18F-8B0A801B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7A26A-EB2E-2174-EF36-8900B7FD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92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092FB-43BB-B905-B123-922DDE2E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FF727B-C245-B6F1-F40D-0CA56F12F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307ED9-FF57-7D82-FBE7-D04E6C75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D0EB54-2A30-0FD0-BF7D-6D81813F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A5988-3BCD-362D-DBDD-492699F9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81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CBE668-0F93-13AB-8A35-8B9C33123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E79E41-1404-0870-9E79-4525428F7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64BF2-E8C3-4852-011E-37A53432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C40FD-FA20-75AA-3723-BD9D7CCA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D1836-AA90-DD72-90F8-613EB585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77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422031-3D60-4871-ECBD-0B924CFC6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FD5DEF-12C2-A9F1-286B-CE288600B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C4A99-5C07-3C4C-3261-5543F9848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FF9178-0AB0-1DC4-438C-A0E8DF032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7ACC0-8362-49CE-DB4F-A4D35228B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18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687F45-824D-8901-DE44-AE599490AD71}"/>
              </a:ext>
            </a:extLst>
          </p:cNvPr>
          <p:cNvSpPr/>
          <p:nvPr/>
        </p:nvSpPr>
        <p:spPr>
          <a:xfrm>
            <a:off x="2488624" y="844435"/>
            <a:ext cx="511752" cy="3256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내부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39317A-7AF7-96CD-3B35-045001A0F6FE}"/>
              </a:ext>
            </a:extLst>
          </p:cNvPr>
          <p:cNvSpPr/>
          <p:nvPr/>
        </p:nvSpPr>
        <p:spPr>
          <a:xfrm>
            <a:off x="3163742" y="1037927"/>
            <a:ext cx="6732733" cy="3256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i="1">
                <a:solidFill>
                  <a:schemeClr val="tx1"/>
                </a:solidFill>
                <a:latin typeface="+mn-ea"/>
              </a:rPr>
              <a:t>검색 내용 또는 </a:t>
            </a:r>
            <a:r>
              <a:rPr lang="en-US" altLang="ko-KR" sz="1200" i="1">
                <a:solidFill>
                  <a:schemeClr val="tx1"/>
                </a:solidFill>
                <a:latin typeface="+mn-ea"/>
              </a:rPr>
              <a:t>URL </a:t>
            </a:r>
            <a:r>
              <a:rPr lang="ko-KR" altLang="en-US" sz="1200" i="1">
                <a:solidFill>
                  <a:schemeClr val="tx1"/>
                </a:solidFill>
                <a:latin typeface="+mn-ea"/>
              </a:rPr>
              <a:t>주소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DC94C15-6B3D-1E54-FE9F-D07D2BA4A8C2}"/>
              </a:ext>
            </a:extLst>
          </p:cNvPr>
          <p:cNvSpPr/>
          <p:nvPr/>
        </p:nvSpPr>
        <p:spPr>
          <a:xfrm>
            <a:off x="1585913" y="844436"/>
            <a:ext cx="728720" cy="6840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104B466-EDE3-E079-EDFD-530A1284AE0A}"/>
              </a:ext>
            </a:extLst>
          </p:cNvPr>
          <p:cNvSpPr/>
          <p:nvPr/>
        </p:nvSpPr>
        <p:spPr>
          <a:xfrm>
            <a:off x="1581151" y="1569853"/>
            <a:ext cx="1409150" cy="3256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이미지설명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D7DB2B-CE30-386F-9BC9-2AB92FC74F3A}"/>
              </a:ext>
            </a:extLst>
          </p:cNvPr>
          <p:cNvSpPr/>
          <p:nvPr/>
        </p:nvSpPr>
        <p:spPr>
          <a:xfrm>
            <a:off x="2483311" y="1211119"/>
            <a:ext cx="511753" cy="3173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외부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1CD0263-7B35-CB0D-3974-C94005605834}"/>
              </a:ext>
            </a:extLst>
          </p:cNvPr>
          <p:cNvSpPr/>
          <p:nvPr/>
        </p:nvSpPr>
        <p:spPr>
          <a:xfrm>
            <a:off x="3149453" y="1569854"/>
            <a:ext cx="7839366" cy="3256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i="1">
                <a:solidFill>
                  <a:schemeClr val="tx1"/>
                </a:solidFill>
                <a:latin typeface="+mn-ea"/>
              </a:rPr>
              <a:t>이미지를 설명하는 글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DC0C66A-47E7-2917-4970-501AADF11301}"/>
              </a:ext>
            </a:extLst>
          </p:cNvPr>
          <p:cNvSpPr/>
          <p:nvPr/>
        </p:nvSpPr>
        <p:spPr>
          <a:xfrm>
            <a:off x="10094334" y="1037927"/>
            <a:ext cx="894485" cy="3256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미리보기</a:t>
            </a:r>
          </a:p>
        </p:txBody>
      </p:sp>
    </p:spTree>
    <p:extLst>
      <p:ext uri="{BB962C8B-B14F-4D97-AF65-F5344CB8AC3E}">
        <p14:creationId xmlns:p14="http://schemas.microsoft.com/office/powerpoint/2010/main" val="250577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sooseong jeong</dc:creator>
  <cp:lastModifiedBy>sooseong jeong</cp:lastModifiedBy>
  <cp:revision>2</cp:revision>
  <dcterms:created xsi:type="dcterms:W3CDTF">2026-06-08T05:40:23Z</dcterms:created>
  <dcterms:modified xsi:type="dcterms:W3CDTF">2026-06-27T06:06:31Z</dcterms:modified>
</cp:coreProperties>
</file>