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E28953-45CB-3CA8-B6F7-6DC674F9FD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508E84-9E5B-D0F1-23E0-AFD10595A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96B79-D06F-5DB4-483F-A77A7149E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4CED3-06DD-B936-1518-3C6770991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25F7B5-516A-A8E0-856D-850A27EF4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87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AC9B36-2CFD-EB8F-B0F9-E053EB86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79B989-DF7D-5B4E-0DA3-990B0A224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CB22E5-3290-887A-AB54-ABAAB5A2D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1B346C-B196-204F-93CB-8EDDDEB2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1DA32-371B-734E-28A8-4D102DF0A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3140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6C00CB-D84B-2DCB-B50D-9FBE90082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74AA965-FF83-63B8-059F-AE4069C24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3308C5-7148-59CA-3C3C-56996537D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EBC68D-C602-EB63-F150-3464A0C067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FD53E2-847F-A57E-1313-4246CBCC9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315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B19F2-4055-280E-79C4-E85FE6174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3972C-177B-1E72-0477-F6DF4AD80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84576A1-9E81-FD91-59A5-3AE1B3291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7C6618F-AA57-4B88-51E3-0BD57FFC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328A44-F775-E091-69A2-EF4BEDCC1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8ADE7D-8806-5316-B9F4-62354C44B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4718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28B4FD-3163-2E25-661C-8CAB800E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25D5977-13E3-5BC9-E5E9-5C41C35AC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448634-BB8F-73F1-8A98-867F0FB2E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3CF342-E542-A6B1-A0E3-632714E2A2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CAEFCDC-9949-8AD1-5565-9C368BD32F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6A914C0-10B4-1351-3B09-7CB3FC99B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DC5779-98D9-EFF0-133C-DCFF42F9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B02CF5-E520-7502-F06C-7F785443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92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D48D75-98F9-A2B9-5845-100B16419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582BEFF-1603-BD7E-4204-E553D552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454C507-987F-E7F0-FE9D-01D9B29B9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C5375C3-0DCF-8AFA-6E3D-268CC480A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3518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42B0AD-A19E-4456-6BF6-65DF736DB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43AFD4-BB4A-9C5B-63AC-CCD9141D8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F3E6B4-BDEB-5B16-BCBB-8EB093170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32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A1C0F2-D02C-CC24-838E-40EE3C585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FA4EB2-6634-E003-2E78-A47E7E870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A15FFF-B21B-8901-7A33-AD8491EB5D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960EAF-1572-6BB8-9A96-3351811F6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EBE3D1-C695-F094-034B-93CD923B9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76347-59E1-3307-C11A-4E918465F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060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BEB2F9-EA26-4F29-DECD-6B6D36405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955574-7CF9-8FB1-1E87-1287AC568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A558B27-28BE-06B9-515F-4A80E5C895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4FA404-3F05-DD12-1CFA-5AB2872DB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76504A-F29A-99ED-E18F-8B0A801B3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47A26A-EB2E-2174-EF36-8900B7FD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5929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E092FB-43BB-B905-B123-922DDE2E1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FF727B-C245-B6F1-F40D-0CA56F12F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307ED9-FF57-7D82-FBE7-D04E6C756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D0EB54-2A30-0FD0-BF7D-6D81813F1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EA5988-3BCD-362D-DBDD-492699F9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816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FCBE668-0F93-13AB-8A35-8B9C33123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E79E41-1404-0870-9E79-4525428F7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964BF2-E8C3-4852-011E-37A534321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9C40FD-FA20-75AA-3723-BD9D7CCA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1D1836-AA90-DD72-90F8-613EB5851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277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422031-3D60-4871-ECBD-0B924CFC6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FD5DEF-12C2-A9F1-286B-CE288600B2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6C4A99-5C07-3C4C-3261-5543F9848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4D2049-5B3B-4597-AD98-18299F2E1F6E}" type="datetimeFigureOut">
              <a:rPr lang="ko-KR" altLang="en-US" smtClean="0"/>
              <a:t>2026-06-27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FF9178-0AB0-1DC4-438C-A0E8DF0328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37ACC0-8362-49CE-DB4F-A4D35228B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026A0-556B-45DF-81B2-F4AB17A4BC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6187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직사각형 69">
            <a:extLst>
              <a:ext uri="{FF2B5EF4-FFF2-40B4-BE49-F238E27FC236}">
                <a16:creationId xmlns:a16="http://schemas.microsoft.com/office/drawing/2014/main" id="{51CD0263-7B35-CB0D-3974-C94005605834}"/>
              </a:ext>
            </a:extLst>
          </p:cNvPr>
          <p:cNvSpPr/>
          <p:nvPr/>
        </p:nvSpPr>
        <p:spPr>
          <a:xfrm>
            <a:off x="3805381" y="1791855"/>
            <a:ext cx="3519055" cy="21542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>
                <a:solidFill>
                  <a:schemeClr val="tx1"/>
                </a:solidFill>
                <a:latin typeface="+mn-ea"/>
              </a:rPr>
              <a:t>본문에 작성중인 글이 있습니다</a:t>
            </a:r>
            <a:r>
              <a:rPr lang="en-US" altLang="ko-KR" sz="1400" b="1">
                <a:solidFill>
                  <a:schemeClr val="tx1"/>
                </a:solidFill>
                <a:latin typeface="+mn-ea"/>
              </a:rPr>
              <a:t>.</a:t>
            </a:r>
            <a:br>
              <a:rPr lang="en-US" altLang="ko-KR" sz="1400" b="1">
                <a:solidFill>
                  <a:schemeClr val="tx1"/>
                </a:solidFill>
                <a:latin typeface="+mn-ea"/>
              </a:rPr>
            </a:br>
            <a:br>
              <a:rPr lang="en-US" altLang="ko-KR" sz="1400" b="1">
                <a:solidFill>
                  <a:schemeClr val="tx1"/>
                </a:solidFill>
                <a:latin typeface="+mn-ea"/>
              </a:rPr>
            </a:br>
            <a:r>
              <a:rPr lang="ko-KR" altLang="en-US" sz="1400" b="1">
                <a:solidFill>
                  <a:srgbClr val="FF0000"/>
                </a:solidFill>
                <a:latin typeface="+mn-ea"/>
              </a:rPr>
              <a:t>새 글쓰기 </a:t>
            </a:r>
            <a:r>
              <a:rPr lang="ko-KR" altLang="en-US" sz="1400" b="1">
                <a:solidFill>
                  <a:schemeClr val="tx1"/>
                </a:solidFill>
                <a:latin typeface="+mn-ea"/>
              </a:rPr>
              <a:t>를 시작할까요</a:t>
            </a:r>
            <a:r>
              <a:rPr lang="en-US" altLang="ko-KR" sz="1400" b="1">
                <a:solidFill>
                  <a:schemeClr val="tx1"/>
                </a:solidFill>
                <a:latin typeface="+mn-ea"/>
              </a:rPr>
              <a:t>?</a:t>
            </a:r>
          </a:p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140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b="1">
                <a:solidFill>
                  <a:schemeClr val="tx1"/>
                </a:solidFill>
                <a:latin typeface="+mn-ea"/>
              </a:rPr>
              <a:t> </a:t>
            </a:r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F963AB40-7850-5252-AEA6-01A3B9CB3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77974" y="4056903"/>
            <a:ext cx="3143689" cy="2438740"/>
          </a:xfrm>
          <a:prstGeom prst="rect">
            <a:avLst/>
          </a:prstGeom>
        </p:spPr>
      </p:pic>
      <p:sp>
        <p:nvSpPr>
          <p:cNvPr id="74" name="직사각형 73">
            <a:extLst>
              <a:ext uri="{FF2B5EF4-FFF2-40B4-BE49-F238E27FC236}">
                <a16:creationId xmlns:a16="http://schemas.microsoft.com/office/drawing/2014/main" id="{8F02F64F-39D4-ADC5-2765-E65CAA5391E2}"/>
              </a:ext>
            </a:extLst>
          </p:cNvPr>
          <p:cNvSpPr/>
          <p:nvPr/>
        </p:nvSpPr>
        <p:spPr>
          <a:xfrm>
            <a:off x="4488872" y="3258130"/>
            <a:ext cx="932873" cy="34174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16821DFF-4367-590F-5003-9FF994138B48}"/>
              </a:ext>
            </a:extLst>
          </p:cNvPr>
          <p:cNvSpPr/>
          <p:nvPr/>
        </p:nvSpPr>
        <p:spPr>
          <a:xfrm>
            <a:off x="5587999" y="3248892"/>
            <a:ext cx="1025237" cy="34174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</a:rPr>
              <a:t>기존글 유지</a:t>
            </a:r>
          </a:p>
        </p:txBody>
      </p:sp>
    </p:spTree>
    <p:extLst>
      <p:ext uri="{BB962C8B-B14F-4D97-AF65-F5344CB8AC3E}">
        <p14:creationId xmlns:p14="http://schemas.microsoft.com/office/powerpoint/2010/main" val="250577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16</Words>
  <Application>Microsoft Office PowerPoint</Application>
  <PresentationFormat>와이드스크린</PresentationFormat>
  <Paragraphs>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sooseong jeong</dc:creator>
  <cp:lastModifiedBy>sooseong jeong</cp:lastModifiedBy>
  <cp:revision>3</cp:revision>
  <dcterms:created xsi:type="dcterms:W3CDTF">2026-06-08T05:40:23Z</dcterms:created>
  <dcterms:modified xsi:type="dcterms:W3CDTF">2026-06-27T08:09:57Z</dcterms:modified>
</cp:coreProperties>
</file>